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86" y="2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0B051-19F5-40AF-C634-04092D467A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3B8803-B730-006A-198A-85235F64E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18521-B826-57A7-7935-E80DC4EF6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A94EA-8156-4872-A806-EBC0F350156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702A2-9AF1-B2A9-B794-FE4DE8607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7E099-7BBB-DECE-5232-2B506B0D9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7D622-BC3B-4042-BCF2-98481181AE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382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25D06-513D-8A21-E16D-614624444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290E4-F487-2011-7644-A2D2400EC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79163-FD12-4B83-8437-06939AAB0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A94EA-8156-4872-A806-EBC0F350156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3A502-3877-5CE2-0A0B-EECEB78C2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16D90-A655-6C2B-FB40-36F442964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7D622-BC3B-4042-BCF2-98481181AE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3614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DBF1C-E0D5-3982-6562-F13998AA3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E09D8-F857-4403-6004-F51BC9A9CA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CF9B9-60AB-F06D-7413-8F6B42C2D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A94EA-8156-4872-A806-EBC0F350156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1F910-DD58-BB3D-4342-DDC2E38BA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C03ED-1C1A-9AAF-4D2B-AB2E6F61A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7D622-BC3B-4042-BCF2-98481181AE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028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EF3B3-C59E-DB24-D778-15A2551BF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5CC94-3711-9448-5681-13ECE0335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3EE0C6-FCEF-DFD0-B942-E74BC59F2E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D49668-CE03-AB6A-EFD4-9539716DE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A94EA-8156-4872-A806-EBC0F350156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ED5668-6C24-ED2C-257D-65773A918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BE1F22-4A06-D4F6-4945-1E3545639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7D622-BC3B-4042-BCF2-98481181AE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386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F6F53-7B66-0B56-7ED5-C6666E37C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B727E1-7973-02F8-2433-96F44D2235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50B3D-4674-8461-4A2E-97D7EF8E10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E8478E-EFF8-CE75-CA4E-8030A49FC2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38ED5E-124E-F7D6-2929-B65688C4AC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FE95C2-0F32-8BC1-CA6C-4BC56DF65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A94EA-8156-4872-A806-EBC0F350156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4BAD2D-E921-A3B7-2DEC-C49350EFC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16AE33-4C49-102E-3DE2-7390BAB58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7D622-BC3B-4042-BCF2-98481181AE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516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E4B4C-AA03-9834-95CB-07774C17B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24AD8C-A9E6-3C9C-C0E3-35A7E85E6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A94EA-8156-4872-A806-EBC0F350156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9E7FE9-AB60-2598-3B1C-23F094C5E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D5E26A-D3D6-AA89-7931-C2B91C1DB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7D622-BC3B-4042-BCF2-98481181AE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2711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A982B4-0011-FEFD-43D9-DB09643CD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A94EA-8156-4872-A806-EBC0F350156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CC864F-CBE0-40A6-F453-5E4EAF67F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72105-6D50-A9DC-A835-1DF9A9337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7D622-BC3B-4042-BCF2-98481181AE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2277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C7F34-945F-0F3A-5A86-4D57D0414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3CFF1-C1F5-8A71-6862-019F7AA74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6467AA-AB76-9C4A-2D7C-66951B5C59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0894FB-6CF6-690F-EB3B-97DF0DFB6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A94EA-8156-4872-A806-EBC0F350156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A7C18C-4D6F-9DDB-4FC7-F02DD74A4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38EC64-03C7-71B2-95E4-15135C499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7D622-BC3B-4042-BCF2-98481181AE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332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B42BD-564D-782C-FF02-C77BEA16B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AB9769-4C20-BA9C-470A-571D2F4DE8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2EB38C-9545-1449-19DB-BE329E87AC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36EB45-7D47-B98F-10B6-68467DC08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A94EA-8156-4872-A806-EBC0F350156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B849EE-4409-38EA-24BC-83ABC5286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E22571-80B4-5081-90A3-3921CA2E0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7D622-BC3B-4042-BCF2-98481181AE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2464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56048-1FB0-B3CB-43C9-1960FCFDC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4E94B6-91BC-7BCA-E431-B740A97F6F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F784C-FEE3-CD16-3B0E-4CBD46A72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A94EA-8156-4872-A806-EBC0F350156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D301F-4446-D6E5-25FD-27452D24B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95EC9-391C-1799-E1F8-5340C46C7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7D622-BC3B-4042-BCF2-98481181AE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5292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8A8C7B-0955-037A-9B53-B630431C6B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64E201-8E9F-1352-D4F5-E6D9C4ECD1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98600F-04DB-1994-305D-C70D2164D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A94EA-8156-4872-A806-EBC0F350156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6C35D-336E-8406-1786-7D0B18C1C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1BFB6-E458-BB74-6A9B-72DA48BF4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7D622-BC3B-4042-BCF2-98481181AE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9804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bg1">
                <a:lumMod val="65000"/>
              </a:schemeClr>
            </a:gs>
            <a:gs pos="83000">
              <a:schemeClr val="bg1">
                <a:lumMod val="6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96D754-5A1B-11C4-4501-6C8B03773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2A9151-28E4-E0E8-C644-8B8C2C5551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85CAF-F479-7185-E8EB-935A1A08F4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AA94EA-8156-4872-A806-EBC0F350156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DF527-15F5-4568-5DDA-2568B9EDE5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8CF61-8951-D879-9376-3DBD1F349D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77D622-BC3B-4042-BCF2-98481181AE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2102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901814-A3DD-215E-C2A0-02EA8B1074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2997" y="1500998"/>
            <a:ext cx="2640098" cy="28478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234BC2-3F7F-D6D8-D108-7698541017C9}"/>
              </a:ext>
            </a:extLst>
          </p:cNvPr>
          <p:cNvSpPr txBox="1"/>
          <p:nvPr/>
        </p:nvSpPr>
        <p:spPr>
          <a:xfrm>
            <a:off x="5158595" y="1893497"/>
            <a:ext cx="58271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Twitter Sentiment Analysis on Cricket Tweets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9B9ECE-0E19-3B40-A1C1-E916DAE0719E}"/>
              </a:ext>
            </a:extLst>
          </p:cNvPr>
          <p:cNvSpPr txBox="1"/>
          <p:nvPr/>
        </p:nvSpPr>
        <p:spPr>
          <a:xfrm>
            <a:off x="7073661" y="3204713"/>
            <a:ext cx="39120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-Analyzing Fan Emotions and Reactions Using NLP and Power BI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E896D6-2712-8D71-FD71-11EEA103D5E7}"/>
              </a:ext>
            </a:extLst>
          </p:cNvPr>
          <p:cNvSpPr txBox="1"/>
          <p:nvPr/>
        </p:nvSpPr>
        <p:spPr>
          <a:xfrm>
            <a:off x="7867291" y="4332798"/>
            <a:ext cx="31184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DHANUJASRI SAGADEVAN</a:t>
            </a:r>
          </a:p>
          <a:p>
            <a:pPr algn="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ANALYST</a:t>
            </a:r>
          </a:p>
        </p:txBody>
      </p:sp>
    </p:spTree>
    <p:extLst>
      <p:ext uri="{BB962C8B-B14F-4D97-AF65-F5344CB8AC3E}">
        <p14:creationId xmlns:p14="http://schemas.microsoft.com/office/powerpoint/2010/main" val="3505998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364A40-3B53-ABB3-B7BC-79E0AE9941A8}"/>
              </a:ext>
            </a:extLst>
          </p:cNvPr>
          <p:cNvSpPr txBox="1"/>
          <p:nvPr/>
        </p:nvSpPr>
        <p:spPr>
          <a:xfrm>
            <a:off x="3306074" y="639156"/>
            <a:ext cx="60945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BE4032-DF03-2D24-805B-067093E8100B}"/>
              </a:ext>
            </a:extLst>
          </p:cNvPr>
          <p:cNvSpPr txBox="1"/>
          <p:nvPr/>
        </p:nvSpPr>
        <p:spPr>
          <a:xfrm>
            <a:off x="1013603" y="1600200"/>
            <a:ext cx="861347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Content: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Cricket is one of the most emotionally charged sports worldwide, and social media platforms like Twitter have become the voice of fans. This project captures and analyzes cricket-related tweets to uncover public sentiment and emotional trends during matches.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Focus Areas: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Extracting real-time tweets using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snscrape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 and preprocessing textual data.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Performing sentiment analysis with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TextBlob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Visualizing insights with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Summary: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 unstructured text data into actionable insights that can inform media coverage, fan engagement, and marketing strategies.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8DA162-8510-6671-E1D5-B15C020ED26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950" y="3016374"/>
            <a:ext cx="3480593" cy="3556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540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333E7B-FB3E-F533-32B9-D58C3C14D978}"/>
              </a:ext>
            </a:extLst>
          </p:cNvPr>
          <p:cNvSpPr txBox="1"/>
          <p:nvPr/>
        </p:nvSpPr>
        <p:spPr>
          <a:xfrm>
            <a:off x="3048719" y="527013"/>
            <a:ext cx="60945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4A70F3-D493-B6E6-07F3-CC0E6BF765C7}"/>
              </a:ext>
            </a:extLst>
          </p:cNvPr>
          <p:cNvSpPr txBox="1"/>
          <p:nvPr/>
        </p:nvSpPr>
        <p:spPr>
          <a:xfrm>
            <a:off x="1235733" y="1825311"/>
            <a:ext cx="9176349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how fans react to cricket events online is valuable for teams, sponsors, and broadcasters. However, manually analyzing thousands of tweets is impossible — hence, an automated sentiment analysis pipeline was developed.</a:t>
            </a:r>
          </a:p>
          <a:p>
            <a:pPr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sentiment trends across thousands of cricket tweets.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tweets into Positive, Negative, or Neutral categories.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Discover emotional shifts during major match moments.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insights using interactive dashboards.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B58D5A-FFFA-5333-0937-4CDB8715E01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3489" y="1702340"/>
            <a:ext cx="4147226" cy="393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566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20B3E8-AB77-60EB-7335-C7A32ED4CC0D}"/>
              </a:ext>
            </a:extLst>
          </p:cNvPr>
          <p:cNvSpPr txBox="1"/>
          <p:nvPr/>
        </p:nvSpPr>
        <p:spPr>
          <a:xfrm>
            <a:off x="3186741" y="715341"/>
            <a:ext cx="60945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&amp; Preparation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919A71F-8E4F-1B39-4471-9141E1FBE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5169" y="1833787"/>
            <a:ext cx="841768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Twitter data collected using Python’s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snscrape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(no API key required).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Keywords Used: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#Cricket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#INDvsPAK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#CWC2023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#CricketFans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Size: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~8,000 tweets scraped over multiple match days.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Cleaning Steps: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Removed URLs, emojis, mentions, hashtags, and extra spaces.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Converted text to lowercase for uniformity.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Removed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stopwords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NLTK.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Extracted relevant columns: date,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clean_text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sentiment_score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sentiment_label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54960211-57FC-A951-168E-8CB9597C835C}"/>
              </a:ext>
            </a:extLst>
          </p:cNvPr>
          <p:cNvSpPr/>
          <p:nvPr/>
        </p:nvSpPr>
        <p:spPr>
          <a:xfrm>
            <a:off x="9601200" y="1926077"/>
            <a:ext cx="2286000" cy="787940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Raw Tweets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0D71EA2D-2DA7-54B3-769D-F0016DBDA279}"/>
              </a:ext>
            </a:extLst>
          </p:cNvPr>
          <p:cNvSpPr/>
          <p:nvPr/>
        </p:nvSpPr>
        <p:spPr>
          <a:xfrm>
            <a:off x="9601200" y="3065340"/>
            <a:ext cx="2286000" cy="787940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Cleaning</a:t>
            </a: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80FA32ED-7248-6491-AB94-BDEF603B5A23}"/>
              </a:ext>
            </a:extLst>
          </p:cNvPr>
          <p:cNvSpPr/>
          <p:nvPr/>
        </p:nvSpPr>
        <p:spPr>
          <a:xfrm>
            <a:off x="9601200" y="4204603"/>
            <a:ext cx="2286000" cy="787940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Processed Data</a:t>
            </a:r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9DBD8FBF-0DCB-4577-810F-8FBA8A2FEF4F}"/>
              </a:ext>
            </a:extLst>
          </p:cNvPr>
          <p:cNvSpPr/>
          <p:nvPr/>
        </p:nvSpPr>
        <p:spPr>
          <a:xfrm>
            <a:off x="9601200" y="5354719"/>
            <a:ext cx="2286000" cy="787940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Visualization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9F0C16D-2EF2-C6C0-EDEB-3A3EA44B5BF3}"/>
              </a:ext>
            </a:extLst>
          </p:cNvPr>
          <p:cNvCxnSpPr>
            <a:stCxn id="7" idx="2"/>
            <a:endCxn id="10" idx="0"/>
          </p:cNvCxnSpPr>
          <p:nvPr/>
        </p:nvCxnSpPr>
        <p:spPr>
          <a:xfrm>
            <a:off x="10744200" y="2714017"/>
            <a:ext cx="0" cy="351323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9ADBDDA-9835-2EF3-A723-4FEF44B54411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10744200" y="3853280"/>
            <a:ext cx="0" cy="351323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8C2227A-6C4E-4B47-C9BF-69CD5A02B321}"/>
              </a:ext>
            </a:extLst>
          </p:cNvPr>
          <p:cNvCxnSpPr/>
          <p:nvPr/>
        </p:nvCxnSpPr>
        <p:spPr>
          <a:xfrm>
            <a:off x="10744200" y="5003396"/>
            <a:ext cx="0" cy="351323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2280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4B82FD-ED59-EDB0-A532-8468C043C525}"/>
              </a:ext>
            </a:extLst>
          </p:cNvPr>
          <p:cNvSpPr txBox="1"/>
          <p:nvPr/>
        </p:nvSpPr>
        <p:spPr>
          <a:xfrm>
            <a:off x="2866126" y="699541"/>
            <a:ext cx="60945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 Process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838DBA-357B-D975-DB37-583FB4B64763}"/>
              </a:ext>
            </a:extLst>
          </p:cNvPr>
          <p:cNvSpPr txBox="1"/>
          <p:nvPr/>
        </p:nvSpPr>
        <p:spPr>
          <a:xfrm>
            <a:off x="1227106" y="1772599"/>
            <a:ext cx="813255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Explanation: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Library Used: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TextBlob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(lexicon-based sentiment analysis).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tweet assigned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polarity score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= Positive sentiment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 = Neutral sentiment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0 = Negative sentiment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sentiment_label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column to categorize results.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Validated results by manually checking random tweet samples.</a:t>
            </a: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Note: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Although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TextBlob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simple model, it provides a solid baseline for general sentiment polarity. Future upgrades can use advanced NLP models for higher accuracy.</a:t>
            </a:r>
          </a:p>
        </p:txBody>
      </p:sp>
    </p:spTree>
    <p:extLst>
      <p:ext uri="{BB962C8B-B14F-4D97-AF65-F5344CB8AC3E}">
        <p14:creationId xmlns:p14="http://schemas.microsoft.com/office/powerpoint/2010/main" val="3267963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9491EE-C45B-DC3E-330E-993C53CED478}"/>
              </a:ext>
            </a:extLst>
          </p:cNvPr>
          <p:cNvSpPr txBox="1"/>
          <p:nvPr/>
        </p:nvSpPr>
        <p:spPr>
          <a:xfrm>
            <a:off x="2892005" y="665036"/>
            <a:ext cx="60945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&amp; Data Visualization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4C1891-10F9-2AE1-82F6-AE3A970651B9}"/>
              </a:ext>
            </a:extLst>
          </p:cNvPr>
          <p:cNvSpPr txBox="1"/>
          <p:nvPr/>
        </p:nvSpPr>
        <p:spPr>
          <a:xfrm>
            <a:off x="1037325" y="1754392"/>
            <a:ext cx="8926183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Description: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an interactive Power BI dashboard to visualize fan sentiment trends dynamically.</a:t>
            </a:r>
          </a:p>
          <a:p>
            <a:pPr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Visuals Used: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Count of Positive, Neutral, and Negative tweets.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Chart: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Sentiment trend over match timeline.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 Chart: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Overall sentiment percentage distribution.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Tweets, % Positive, % Negative.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Common words in each sentiment category.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~58% tweets were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27%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Neutral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15%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spikes were observed during major match victories.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peaks aligned with poor performance or controversial decisions.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9046C7-B98C-C7C8-ECDF-F0BA0186561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689" y="2611668"/>
            <a:ext cx="3667637" cy="238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765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8D5431-945E-6E1A-2C54-FC9E95F714BE}"/>
              </a:ext>
            </a:extLst>
          </p:cNvPr>
          <p:cNvSpPr txBox="1"/>
          <p:nvPr/>
        </p:nvSpPr>
        <p:spPr>
          <a:xfrm>
            <a:off x="3271568" y="613278"/>
            <a:ext cx="60945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Findings &amp; Interpretation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172495-3E73-2056-A1ED-A66E5402717C}"/>
              </a:ext>
            </a:extLst>
          </p:cNvPr>
          <p:cNvSpPr txBox="1"/>
          <p:nvPr/>
        </p:nvSpPr>
        <p:spPr>
          <a:xfrm>
            <a:off x="1270240" y="1683713"/>
            <a:ext cx="8839918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Insights: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Emotional Engagement: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Fans express more positive emotions during wins, showing strong team loyalty.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Engagement Patterns: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sentiment fluctuates with match progress — positivity rises with boundaries, drops with wickets.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Hashtag Analysis: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Hashtags like #Cricket and #INDvsPAK dominate tweet volume, showing event-based engagement peaks.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for Stakeholders: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Understand fan mood and improve communication.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Identify the best timing for engagement campaigns.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sentiment insights for commentary and story framing.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3DEA9B-C1C3-5ED3-87E2-E0BAE1B008F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6735" y="2875603"/>
            <a:ext cx="3467584" cy="194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338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E21AE7-1A02-1B98-768B-08FBA5032366}"/>
              </a:ext>
            </a:extLst>
          </p:cNvPr>
          <p:cNvSpPr txBox="1"/>
          <p:nvPr/>
        </p:nvSpPr>
        <p:spPr>
          <a:xfrm>
            <a:off x="2926511" y="828938"/>
            <a:ext cx="60945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Recommendations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2C2D41-B09F-6F45-C27B-F606EB19FFFE}"/>
              </a:ext>
            </a:extLst>
          </p:cNvPr>
          <p:cNvSpPr txBox="1"/>
          <p:nvPr/>
        </p:nvSpPr>
        <p:spPr>
          <a:xfrm>
            <a:off x="1227106" y="1919725"/>
            <a:ext cx="877953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 of cricket tweets reveals that social media is largely a space of positive fan engagement. The majority of tweets show enthusiasm, pride, and support, with negativity rising during controversial moments.</a:t>
            </a:r>
          </a:p>
          <a:p>
            <a:pPr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Sports teams and brands can monitor sentiment dashboards during live matches.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Influencers can tailor content based on trending emotions.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feedback patterns to improve fan experience and event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13925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E1F357-516A-D26F-B582-38265457E156}"/>
              </a:ext>
            </a:extLst>
          </p:cNvPr>
          <p:cNvSpPr txBox="1"/>
          <p:nvPr/>
        </p:nvSpPr>
        <p:spPr>
          <a:xfrm>
            <a:off x="3288821" y="837565"/>
            <a:ext cx="60945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CF5870-637B-2A3D-8D64-C650608A619D}"/>
              </a:ext>
            </a:extLst>
          </p:cNvPr>
          <p:cNvSpPr txBox="1"/>
          <p:nvPr/>
        </p:nvSpPr>
        <p:spPr>
          <a:xfrm>
            <a:off x="1580791" y="2231229"/>
            <a:ext cx="865876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Planned Improvements: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streaming data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via Twitter API for real-time dashboards.</a:t>
            </a:r>
          </a:p>
          <a:p>
            <a:pPr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VADER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sentiment models for deeper NLP accuracy.</a:t>
            </a:r>
          </a:p>
          <a:p>
            <a:pPr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detection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include non-English tweets.</a:t>
            </a:r>
          </a:p>
          <a:p>
            <a:pPr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sentiment across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teams, players, or tournaments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dashboard as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report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continuous monitoring.</a:t>
            </a:r>
          </a:p>
        </p:txBody>
      </p:sp>
    </p:spTree>
    <p:extLst>
      <p:ext uri="{BB962C8B-B14F-4D97-AF65-F5344CB8AC3E}">
        <p14:creationId xmlns:p14="http://schemas.microsoft.com/office/powerpoint/2010/main" val="3817549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724</Words>
  <Application>Microsoft Office PowerPoint</Application>
  <PresentationFormat>Widescreen</PresentationFormat>
  <Paragraphs>85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Dhanujasri S</dc:creator>
  <cp:lastModifiedBy>Dhanujasri S</cp:lastModifiedBy>
  <cp:revision>1</cp:revision>
  <dcterms:created xsi:type="dcterms:W3CDTF">2025-11-02T13:31:30Z</dcterms:created>
  <dcterms:modified xsi:type="dcterms:W3CDTF">2025-11-02T15:51:49Z</dcterms:modified>
</cp:coreProperties>
</file>